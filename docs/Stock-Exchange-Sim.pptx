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8800"/>
            <a:ext cx="907128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504000" y="2726280"/>
            <a:ext cx="9071280" cy="48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45A69AA-359F-4D6E-BAE1-DF082B006AC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8800"/>
            <a:ext cx="907128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785937B-F156-4EB9-B7FA-63F9851AB561}" type="slidenum"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&lt;Foliennummer&gt;</a:t>
            </a:fld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729FCF"/>
            </a:gs>
            <a:gs pos="100000">
              <a:srgbClr val="000000"/>
            </a:gs>
          </a:gsLst>
          <a:path path="circle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"/>
          <p:cNvPicPr/>
          <p:nvPr/>
        </p:nvPicPr>
        <p:blipFill>
          <a:blip r:embed="rId1"/>
          <a:stretch/>
        </p:blipFill>
        <p:spPr>
          <a:xfrm>
            <a:off x="46800" y="180000"/>
            <a:ext cx="9924840" cy="5334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729FCF"/>
            </a:gs>
            <a:gs pos="100000">
              <a:srgbClr val="000000"/>
            </a:gs>
          </a:gsLst>
          <a:path path="circle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"/>
          <p:cNvPicPr/>
          <p:nvPr/>
        </p:nvPicPr>
        <p:blipFill>
          <a:blip r:embed="rId1"/>
          <a:stretch/>
        </p:blipFill>
        <p:spPr>
          <a:xfrm>
            <a:off x="82800" y="150840"/>
            <a:ext cx="9899640" cy="5320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729FCF"/>
            </a:gs>
            <a:gs pos="100000">
              <a:srgbClr val="000000"/>
            </a:gs>
          </a:gsLst>
          <a:path path="circle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"/>
          <p:cNvPicPr/>
          <p:nvPr/>
        </p:nvPicPr>
        <p:blipFill>
          <a:blip r:embed="rId1"/>
          <a:stretch/>
        </p:blipFill>
        <p:spPr>
          <a:xfrm>
            <a:off x="109440" y="180000"/>
            <a:ext cx="9995400" cy="5372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729FCF"/>
            </a:gs>
            <a:gs pos="100000">
              <a:srgbClr val="000000"/>
            </a:gs>
          </a:gsLst>
          <a:path path="circle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"/>
          <p:cNvPicPr/>
          <p:nvPr/>
        </p:nvPicPr>
        <p:blipFill>
          <a:blip r:embed="rId1"/>
          <a:stretch/>
        </p:blipFill>
        <p:spPr>
          <a:xfrm>
            <a:off x="37440" y="144000"/>
            <a:ext cx="9995400" cy="5372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729FCF"/>
            </a:gs>
            <a:gs pos="100000">
              <a:srgbClr val="000000"/>
            </a:gs>
          </a:gsLst>
          <a:path path="circle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729FCF"/>
            </a:gs>
            <a:gs pos="100000">
              <a:srgbClr val="000000"/>
            </a:gs>
          </a:gsLst>
          <a:path path="circle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Application>LibreOffice/26.2.0.3$Windows_X86_64 LibreOffice_project/620$Build-3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2026-06-11T14:40:45Z</dcterms:created>
  <dc:creator/>
  <dc:description/>
  <dc:language>de-DE</dc:language>
  <cp:lastModifiedBy/>
  <dcterms:modified xsi:type="dcterms:W3CDTF">2026-06-12T08:59:24Z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