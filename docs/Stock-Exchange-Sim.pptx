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0EABB6-1867-48CA-B044-8AE6FCDD97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DAFE297-51F7-4951-A306-9C69F96D5CC9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729FC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/>
          <p:cNvPicPr/>
          <p:nvPr/>
        </p:nvPicPr>
        <p:blipFill>
          <a:blip r:embed="rId1"/>
          <a:stretch/>
        </p:blipFill>
        <p:spPr>
          <a:xfrm>
            <a:off x="46800" y="180000"/>
            <a:ext cx="9925200" cy="533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729FC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/>
          <p:cNvPicPr/>
          <p:nvPr/>
        </p:nvPicPr>
        <p:blipFill>
          <a:blip r:embed="rId1"/>
          <a:stretch/>
        </p:blipFill>
        <p:spPr>
          <a:xfrm>
            <a:off x="82800" y="150840"/>
            <a:ext cx="9900000" cy="532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729FC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109440" y="180000"/>
            <a:ext cx="9995760" cy="537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729FC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37440" y="144000"/>
            <a:ext cx="9995760" cy="537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LibreOffice/26.2.0.3$Windows_X86_64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2026-06-11T14:40:45Z</dcterms:created>
  <dc:creator/>
  <dc:description/>
  <dc:language>de-DE</dc:language>
  <cp:lastModifiedBy/>
  <dcterms:modified xsi:type="dcterms:W3CDTF">2026-06-11T14:45:53Z</dcterms:modified>
  <cp:revision>1</cp:revision>
  <dc:subject/>
  <dc:title/>
</cp:coreProperties>
</file>